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Users: Three Personas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1498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 → requests help → Helper → governed by → Anchor Admin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2560320" cy="13716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Seeker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Low-income, immigrant, elderly, single parent, temporarily unemployed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9443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food, childcare, translation, transportation help ASAP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71246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8953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plan in &lt;1 min; anonymous by default; minimal data exposure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554480"/>
            <a:ext cx="2560320" cy="137160"/>
          </a:xfrm>
          <a:prstGeom prst="rect">
            <a:avLst/>
          </a:prstGeom>
          <a:solidFill>
            <a:srgbClr val="3CB371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21762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3591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Volunteer, neighbor, student, church/community group member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9443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1272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offers, screen suitable matches, complete delivery safely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371246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8953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matching; risk alerts; witness mechanism builds trust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554480"/>
            <a:ext cx="2560320" cy="1371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3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Admin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217627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23591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staff, church coordinator, pantry operator, mutual aid organizer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29443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1272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rules, moderate content, post announcements, handle reports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371246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38953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review queue + audit log; community governance toolkit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WeaveNYC  ·  Midterm Proposal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892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2026-03-05T08:25:47Z</dcterms:created>
  <dcterms:modified xsi:type="dcterms:W3CDTF">2026-03-05T08:25:47Z</dcterms:modified>
</cp:coreProperties>
</file>